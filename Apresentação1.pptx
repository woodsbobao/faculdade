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ptx" ContentType="application/vnd.openxmlformats-officedocument.presentationml.presentation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908CF7-A82B-F9D5-4087-A49BD99908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D853DBB-2A38-9403-8C20-436E06CCF7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C4E1009-D79E-8BF8-318A-FAC82E5C2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809FE-C20D-4DCD-91EC-62075F007CBC}" type="datetimeFigureOut">
              <a:rPr lang="pt-BR" smtClean="0"/>
              <a:t>13/03/2026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6DD2378-ECA9-50DC-7C55-9AE204788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D4A570B-3FE1-9F71-D901-1E6DE4A7E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9A1E2-139A-46D9-AF61-95D30D369E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976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77523F-2A77-5A51-8D67-FDA2188FC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08D1BAA-7951-67A7-EB4E-284842744B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8C3A5B-CF10-6417-468B-8C789898F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809FE-C20D-4DCD-91EC-62075F007CBC}" type="datetimeFigureOut">
              <a:rPr lang="pt-BR" smtClean="0"/>
              <a:t>13/03/2026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0D84CC-FBC9-7CDF-EE8D-EE7BACE5E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E6E4272-24F6-0172-F3E8-7218D77E0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9A1E2-139A-46D9-AF61-95D30D369E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3400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556A68-D890-DAFF-BC8B-BCC3700AF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107AA1-A91E-AF2E-B097-1A26C65B8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E0F03D5-72DC-8663-2665-4A1CC5E4E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809FE-C20D-4DCD-91EC-62075F007CBC}" type="datetimeFigureOut">
              <a:rPr lang="pt-BR" smtClean="0"/>
              <a:t>13/03/2026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4671A8-07F4-0F3B-122C-8D5FFE1F1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A6A4124-DBA2-D159-2078-CC48699F5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9A1E2-139A-46D9-AF61-95D30D369E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2891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845D70-3723-FB93-13D2-7484AEF67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19C948-547A-D481-044F-534C23D31D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92B0086-2F10-CD5C-81F1-6A6989EBEF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08EE8C3-9480-72FD-6431-5A35A4E3F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809FE-C20D-4DCD-91EC-62075F007CBC}" type="datetimeFigureOut">
              <a:rPr lang="pt-BR" smtClean="0"/>
              <a:t>13/03/2026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AA108CD-D742-0796-B7B1-04FF1307E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A82931B-6970-0B77-F724-FDF5A2863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9A1E2-139A-46D9-AF61-95D30D369E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7786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EBDAE0-A6D3-5B31-2FF9-39886544F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ED5B42E-A44F-77FD-45D2-748B2E1F11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9A697DC-2625-FA4B-A2EB-8FB3DA5E4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D6A5424-3A56-C0E4-B95C-1CEC9E3236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092927A-EDAA-733F-2B27-249F4D3475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FEDA372-6132-64D4-FED9-340C3BA00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809FE-C20D-4DCD-91EC-62075F007CBC}" type="datetimeFigureOut">
              <a:rPr lang="pt-BR" smtClean="0"/>
              <a:t>13/03/2026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E994920-A762-333D-7562-43C7A1CBE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E8225D3-5C25-04BA-9B66-054A64403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9A1E2-139A-46D9-AF61-95D30D369E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2700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542D63-AD57-1433-F338-C903618D8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E9B4EA4-DB7B-AAD8-7688-67D347950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809FE-C20D-4DCD-91EC-62075F007CBC}" type="datetimeFigureOut">
              <a:rPr lang="pt-BR" smtClean="0"/>
              <a:t>13/03/2026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7CDF671-3B6E-4EDC-9B2F-9711518E2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74A363F-02AD-CFC4-F7BB-F51FF59FB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9A1E2-139A-46D9-AF61-95D30D369E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2763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0E02E0D-F329-A34B-16AA-2BA73EC0D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809FE-C20D-4DCD-91EC-62075F007CBC}" type="datetimeFigureOut">
              <a:rPr lang="pt-BR" smtClean="0"/>
              <a:t>13/03/2026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9D88034-6E3D-605F-9977-3449E25F6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3AFB25C-4BD9-0060-3E66-434E9FBEE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9A1E2-139A-46D9-AF61-95D30D369E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9149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D5D556-9037-6619-56E5-786BF66BE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AC3AB1-7898-16AB-DF47-8F9BBB768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F0A165D-1E23-A0C9-3720-79D63AD7D4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CEEF93-4C7D-9869-9D88-3F3E349C1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809FE-C20D-4DCD-91EC-62075F007CBC}" type="datetimeFigureOut">
              <a:rPr lang="pt-BR" smtClean="0"/>
              <a:t>13/03/2026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0A5DE66-1422-6B73-7980-7196FB749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9B97DAA-B6E6-2CB3-C983-6658E0385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9A1E2-139A-46D9-AF61-95D30D369E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8460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663D40-41B4-ADE0-725F-FE32C1F66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E9269BF-0EA3-9CF5-7E02-48EF5FBF78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B889EF9-DE18-9E32-3D3D-DE725DEBEC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1E15870-4539-A058-6E7C-6F825ED72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809FE-C20D-4DCD-91EC-62075F007CBC}" type="datetimeFigureOut">
              <a:rPr lang="pt-BR" smtClean="0"/>
              <a:t>13/03/2026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EE8F9C4-49E3-7713-D3CB-C7F791F7B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79BFCD9-834E-1D89-CD07-520BFD0E5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9A1E2-139A-46D9-AF61-95D30D369E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5011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16D32B-B2B7-47D3-6AC1-FF5C0D855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1236143-3AE2-134D-AE43-BEC82A3389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666297A-B587-21BF-5E97-C92C61504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809FE-C20D-4DCD-91EC-62075F007CBC}" type="datetimeFigureOut">
              <a:rPr lang="pt-BR" smtClean="0"/>
              <a:t>13/03/2026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800FA5-C986-0391-A407-E697AA9ED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230D78-F591-A45D-FB30-07BEB0B0B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9A1E2-139A-46D9-AF61-95D30D369E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9355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07D73BB-1C1A-436E-2D28-FDDD32C31E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EE2B6FC-5547-46CA-0A13-77AD780F5B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CB559D-79B1-FCCF-7399-4E750C019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809FE-C20D-4DCD-91EC-62075F007CBC}" type="datetimeFigureOut">
              <a:rPr lang="pt-BR" smtClean="0"/>
              <a:t>13/03/2026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0488DDC-45FD-68F6-9467-4D6A07344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D55803B-D03C-E19E-1D36-5713158F2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9A1E2-139A-46D9-AF61-95D30D369E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269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8EE221A-E7FA-6A84-B81E-960BEF01B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42B4D10-E023-0C27-31BF-2BFBD3E14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5019AC5-096A-94E0-E4B1-56C6810FC5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9809FE-C20D-4DCD-91EC-62075F007CBC}" type="datetimeFigureOut">
              <a:rPr lang="pt-BR" smtClean="0"/>
              <a:t>13/03/2026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8A20DB-BB37-DBB6-E308-1F3576DD00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D329D67-3B36-65BE-1FDD-FE0470B6C9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69A1E2-139A-46D9-AF61-95D30D369E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4402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PowerPoint_Presentation.pptx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o 5">
            <a:hlinkClick r:id="" action="ppaction://ole?verb=0"/>
            <a:extLst>
              <a:ext uri="{FF2B5EF4-FFF2-40B4-BE49-F238E27FC236}">
                <a16:creationId xmlns:a16="http://schemas.microsoft.com/office/drawing/2014/main" id="{FDF27DBD-5ECA-2CD3-DB71-E0102ACEA8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4385450"/>
              </p:ext>
            </p:extLst>
          </p:nvPr>
        </p:nvGraphicFramePr>
        <p:xfrm>
          <a:off x="0" y="0"/>
          <a:ext cx="12192000" cy="6978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2" imgW="6095975" imgH="3429123" progId="PowerPoint.Show.12">
                  <p:embed/>
                </p:oleObj>
              </mc:Choice>
              <mc:Fallback>
                <p:oleObj name="Presentation" r:id="rId2" imgW="6095975" imgH="3429123" progId="PowerPoint.Show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12192000" cy="69787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AF9D7732-D4F3-A9A3-71E4-553DCDC78C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328E950-D0CB-714A-00B6-1402BC3BC0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9556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873C69-1C57-C6A0-E4F2-D88331B91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E776B0-0206-BC98-BAA9-203971E76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031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C29062-F702-0D91-060C-AD20C243C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 descr="Interface gráfica do usuário, Site&#10;&#10;O conteúdo gerado por IA pode estar incorreto.">
            <a:extLst>
              <a:ext uri="{FF2B5EF4-FFF2-40B4-BE49-F238E27FC236}">
                <a16:creationId xmlns:a16="http://schemas.microsoft.com/office/drawing/2014/main" id="{F09F77A9-ADD7-898E-E223-B17EE6AF81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2613" y="0"/>
            <a:ext cx="12344613" cy="7167551"/>
          </a:xfrm>
        </p:spPr>
      </p:pic>
    </p:spTree>
    <p:extLst>
      <p:ext uri="{BB962C8B-B14F-4D97-AF65-F5344CB8AC3E}">
        <p14:creationId xmlns:p14="http://schemas.microsoft.com/office/powerpoint/2010/main" val="29632478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Tema do Office</vt:lpstr>
      <vt:lpstr>Apresentação do Microsoft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ADS 2026.1M</dc:creator>
  <cp:lastModifiedBy>ADS 2026.1M</cp:lastModifiedBy>
  <cp:revision>1</cp:revision>
  <dcterms:created xsi:type="dcterms:W3CDTF">2026-03-13T11:53:01Z</dcterms:created>
  <dcterms:modified xsi:type="dcterms:W3CDTF">2026-03-13T11:53:08Z</dcterms:modified>
</cp:coreProperties>
</file>